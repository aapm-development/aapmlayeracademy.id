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822960"/>
            <a:ext cx="384048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 01  ·  LEVEL 1 — 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24231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Pengantar Peternakan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Ayam Petelur Komersial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617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kandang hingga kotak telur: memahami apa yang sebenarnya dikelola dalam bisnis layer.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 — Program Sertifikasi Layer Poultry Farm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Setelah Modul 1, Anda mampu: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733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definisi  </a:t>
            </a:r>
            <a:pPr indent="0" marL="0">
              <a:buNone/>
            </a:pPr>
            <a:r>
              <a:rPr lang="en-US" sz="15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ayam petelur dan bedanya dengan ayam broiler.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514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siklus hidup  </a:t>
            </a:r>
            <a:pPr indent="0" marL="0">
              <a:buNone/>
            </a:pPr>
            <a:r>
              <a:rPr lang="en-US" sz="15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dari DOC hingga afkir (spent hen).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3558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sistem kandang  </a:t>
            </a:r>
            <a:pPr indent="0" marL="0">
              <a:buNone/>
            </a:pPr>
            <a:r>
              <a:rPr lang="en-US" sz="15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house, closed house, cage, dan alternatif.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97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peran kunci  </a:t>
            </a:r>
            <a:pPr indent="0" marL="0">
              <a:buNone/>
            </a:pPr>
            <a:r>
              <a:rPr lang="en-US" sz="15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manager, supervisor, operator, dan technical service.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03834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KPI dasar  </a:t>
            </a:r>
            <a:pPr indent="0" marL="0">
              <a:buNone/>
            </a:pPr>
            <a:r>
              <a:rPr lang="en-US" sz="15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HDP%, HHP%, FCR, dan Uniformity.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— APA ITU AYAM PETELUR?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Mesin biologis yang harus dikelola,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bukan sekadar dipelihara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Ayam petelur (layer) adalah ayam betina hasil seleksi genetik puluhan generasi, ditujukan semata-mata untuk produksi telur konsumsi yang efisien dan konsisten — berbeda dari broiler yang diseleksi untuk pertumbuhan daging cepat.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 KOMERSIAL UMUM DI INDONESIA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481328" cy="77724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4160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Lohmann Brown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21408" y="4160520"/>
            <a:ext cx="1481328" cy="77724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4160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Brown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94176" y="4160520"/>
            <a:ext cx="1481328" cy="77724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4160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Hy-Line W-80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66944" y="4160520"/>
            <a:ext cx="1481328" cy="77724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4160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Bovans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965960"/>
            <a:ext cx="4572000" cy="3246120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PRINSIP KUNCI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2606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manager yang baik tidak bertanya “apakah ayamnya sehat?” — tetapi: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“Apakah Hen Day Production minggu ini sesuai target kurva strain?”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— KERANGKA BERPIKIR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· Why ·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 yang mengubah pakan, air, dan lingkungan terkendali menjadi telur secara konsisten selama ±80 minggu masa produksi.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11880" cy="411480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737360"/>
            <a:ext cx="3611880" cy="777240"/>
          </a:xfrm>
          <a:prstGeom prst="rect">
            <a:avLst/>
          </a:prstGeom>
          <a:solidFill>
            <a:srgbClr val="B5822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7373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Telur adalah protein hewani termurah &amp; paling mudah diakses di Indonesia — margin tipis, efisiensi jadi penentu keberlangsungan usaha.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411480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737360"/>
            <a:ext cx="3611880" cy="777240"/>
          </a:xfrm>
          <a:prstGeom prst="rect">
            <a:avLst/>
          </a:prstGeom>
          <a:solidFill>
            <a:srgbClr val="A846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373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27432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sembilan pilar sekaligus: genetik, nutrisi, lingkungan, kesehatan, manajemen, biosecurity, peralatan, data &amp; ekonomi.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— SIKLUS HIDUP AYAM PETELUR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Delapan fase, satu kompas navigasi course ini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1676888" cy="0"/>
          </a:xfrm>
          <a:prstGeom prst="line">
            <a:avLst/>
          </a:prstGeom>
          <a:noFill/>
          <a:ln w="25400">
            <a:solidFill>
              <a:srgbClr val="DCD5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3026664"/>
            <a:ext cx="164592" cy="164592"/>
          </a:xfrm>
          <a:prstGeom prst="ellipse">
            <a:avLst/>
          </a:prstGeom>
          <a:solidFill>
            <a:srgbClr val="4655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24328" y="3026664"/>
            <a:ext cx="164592" cy="164592"/>
          </a:xfrm>
          <a:prstGeom prst="ellipse">
            <a:avLst/>
          </a:prstGeom>
          <a:solidFill>
            <a:srgbClr val="5C6E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3664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83664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0-4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96512" y="3026664"/>
            <a:ext cx="164592" cy="164592"/>
          </a:xfrm>
          <a:prstGeom prst="ellipse">
            <a:avLst/>
          </a:prstGeom>
          <a:solidFill>
            <a:srgbClr val="5C6E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5-12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68696" y="3026664"/>
            <a:ext cx="164592" cy="164592"/>
          </a:xfrm>
          <a:prstGeom prst="ellipse">
            <a:avLst/>
          </a:prstGeom>
          <a:solidFill>
            <a:srgbClr val="7E8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13-16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40880" y="3026664"/>
            <a:ext cx="164592" cy="164592"/>
          </a:xfrm>
          <a:prstGeom prst="ellipse">
            <a:avLst/>
          </a:prstGeom>
          <a:solidFill>
            <a:srgbClr val="B5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17-20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13064" y="3026664"/>
            <a:ext cx="164592" cy="164592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21-30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985248" y="3026664"/>
            <a:ext cx="164592" cy="164592"/>
          </a:xfrm>
          <a:prstGeom prst="ellipse">
            <a:avLst/>
          </a:prstGeom>
          <a:solidFill>
            <a:srgbClr val="A84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44584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31-80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57432" y="3026664"/>
            <a:ext cx="164592" cy="164592"/>
          </a:xfrm>
          <a:prstGeom prst="ellipse">
            <a:avLst/>
          </a:prstGeom>
          <a:solidFill>
            <a:srgbClr val="7E33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16768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Afkir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16768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Mgg 80+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pada satu fase akan terbawa dan membesar di fase berikutnya — inilah alasan setiap modul lanjutan disusun mengikuti urutan fase ini.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— SISTEM PERKANDANGAN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Kontrol lingkungan menentukan konsistensi produksi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56616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House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3957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Ventilasi alami penuh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5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Investasi rendah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Rentan cuaca ekstrem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356616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 Closed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3957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Alami + bantuan kipas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5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Kontrol lebih baik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02152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Masih terpengaruh suhu luar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356616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House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23957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Ventilasi mekanis penuh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5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Performa tertinggi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91072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Investasi &amp; listrik tinggi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3566160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Cage 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79992" y="23957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Kandang baterai bertingkat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79992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5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Efisien &amp; higienis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79992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Isu animal welfare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“terbaik” adalah yang sesuai skala usaha, iklim lokasi, dan modal — bukan yang paling canggih.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— PERAN DI FARM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 peran, satu tujuan bersama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A846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Manager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target &amp; KPI, mengambil keputusan strategis, root cause analysis.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685800" cy="685800"/>
          </a:xfrm>
          <a:prstGeom prst="ellipse">
            <a:avLst/>
          </a:prstGeom>
          <a:solidFill>
            <a:srgbClr val="5C6E4C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719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 Kandang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0848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Mengawasi pelaksanaan SOP harian &amp; akurasi pencatatan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rgbClr val="B5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/ Farm Worker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3251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Pelaksana harian: pakan, air, koleksi telur, deteksi dini abnormalitas.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685800" cy="685800"/>
          </a:xfrm>
          <a:prstGeom prst="ellipse">
            <a:avLst/>
          </a:prstGeom>
          <a:solidFill>
            <a:srgbClr val="23201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3959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3251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teknis nutrisi &amp; manajemen dari sisi pemasok pakan/obat.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— KPI UTAMA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Angka yang akan terus Anda temui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657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 Day Production (HDP%)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 harian vs ayam hidup hari itu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E33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Telur / Ayam hidup × 100%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 House Production (HHP%)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 kumulatif vs DOC awal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E33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Telur kumulatif / DOC awal × 100%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Efisiensi pakan menjadi massa telur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E33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Pakan (kg) / Massa telur (kg)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Uniformity (%)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Keseragaman bobot badan flock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E33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Ayam ±10% rata–rata / Total × 100%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Ayam yang bertahan hidup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E33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 − Mortalitas kumulatif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— 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baru, modal terbatas, iklim panas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peternak di Payakumbuh memiliki lahan &amp; modal terbatas untuk 3.000 ekor layer. Ia ragu antara open house murah atau menabung dulu untuk closed house.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965960" cy="1005840"/>
          </a:xfrm>
          <a:prstGeom prst="rect">
            <a:avLst/>
          </a:prstGeom>
          <a:solidFill>
            <a:srgbClr val="322C22"/>
          </a:solidFill>
          <a:ln w="12700">
            <a:solidFill>
              <a:srgbClr val="4A4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POPULASI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3639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3.000 ekor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3246120"/>
            <a:ext cx="1965960" cy="1005840"/>
          </a:xfrm>
          <a:prstGeom prst="rect">
            <a:avLst/>
          </a:prstGeom>
          <a:solidFill>
            <a:srgbClr val="322C22"/>
          </a:solidFill>
          <a:ln w="12700">
            <a:solidFill>
              <a:srgbClr val="4A43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34640" y="3639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Terbatas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3246120"/>
            <a:ext cx="1965960" cy="1005840"/>
          </a:xfrm>
          <a:prstGeom prst="rect">
            <a:avLst/>
          </a:prstGeom>
          <a:solidFill>
            <a:srgbClr val="322C22"/>
          </a:solidFill>
          <a:ln w="12700">
            <a:solidFill>
              <a:srgbClr val="4A43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IKLIM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3480" y="3639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Panas &amp; lembap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4279392" cy="4480560"/>
          </a:xfrm>
          <a:prstGeom prst="rect">
            <a:avLst/>
          </a:prstGeom>
          <a:solidFill>
            <a:srgbClr val="322C22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PRINSIP PEMBELAJARAN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2240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kandang “terbaik” adalah yang sesuai skala, modal, dan iklim — bukan yang paling canggih.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35240" y="37033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house dengan desain atap &amp; orientasi angin yang baik bisa jadi titik awal masuk akal — selama biosecurity &amp; manajemen harian dijalankan ketat untuk mengompensasi minimnya kontrol lingkungan.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Foundation  ·  Modul 1 dari 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84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32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KUIS MODUL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Soal Pilihan Ganda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→ Medium → Hard  ·  Jawab, lalu periksa pembahasan di slide berikutnya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solidFill>
            <a:srgbClr val="4655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031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SOAL 1 /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perbedaan utama ayam petelur (layer) dengan ayam broiler?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diseleksi untuk pertumbuhan daging cepat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diseleksi untuk produksi telur yang efisien &amp; konsisten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8853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hanya dipelihara di sistem cage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tidak memerlukan program vaksinasi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Soal 1 dari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SOAL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B.  Layer diseleksi untuk produksi telur yang efisien &amp; konsisten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PEMBAHASAN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diseleksi secara genetik selama puluhan generasi untuk memaksimalkan produksi telur, bukan pertumbuhan daging seperti broiler.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Pembahasan 1 dari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solidFill>
            <a:srgbClr val="4655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031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SOAL 2 /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manakah yang menjadi fondasi organ dalam &amp; sistem imun anak ayam?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8853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Soal 2 dari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SOAL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C.  Brooding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PEMBAHASAN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Brooding (minggu 0–4) adalah periode kritis pembentukan organ dalam dan sistem imun anak ayam.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Pembahasan 2 dari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solidFill>
            <a:srgbClr val="B582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031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SOAL 3 /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memiliki 9.500 ayam hidup, hari ini menghasilkan 8.550 butir telur. Berapa HDP%?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8853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Soal 3 dari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SOAL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B.  90%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PEMBAHASAN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HDP% = 8.550 / 9.500 × 100% = 90%.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Pembahasan 3 dari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solidFill>
            <a:srgbClr val="B582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031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SOAL 4 /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kandang manakah yang memberikan kontrol suhu &amp; kelembapan paling penuh?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house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Free-range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8853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closed house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house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Soal 4 dari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SOAL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D.  Closed house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PEMBAHASAN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house memakai ventilasi mekanis penuh &amp; cooling pad sehingga suhu &amp; kelembapan terkendali sepenuhnya.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Pembahasan 4 dari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solidFill>
            <a:srgbClr val="7E33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031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3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SOAL 5 /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farm manager fokus bertanya “apakah HDP% sesuai target kurva strain?” dibanding “apakah ayamnya sehat?”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 yang terlihat baik belum tentu tercermin dalam performa produksi terukur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 ayam tidak memengaruhi produksi telur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16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8853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kurva strain selalu sama di semua kondisi lingkungan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658368"/>
          </a:xfrm>
          <a:prstGeom prst="rect">
            <a:avLst/>
          </a:prstGeom>
          <a:solidFill>
            <a:srgbClr val="F6F2E7"/>
          </a:solidFill>
          <a:ln w="12700">
            <a:solidFill>
              <a:srgbClr val="DC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solidFill>
            <a:srgbClr val="23201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HDP% tidak berkaitan dengan kesehatan flock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Soal 5 dari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SOAL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solidFill>
            <a:srgbClr val="5C6E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A.  Kesehatan yang terlihat baik belum tentu tercermin dalam performa produksi terukur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PEMBAHASAN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Manajemen farm profesional berbasis data terukur — flock bisa tampak sehat namun tetap underperform akibat faktor yang tidak kasat mata.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Modul 1  ·  Pembahasan 5 dari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822960"/>
            <a:ext cx="384048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 1 SELESAI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Lanjutkan ke Modul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Layer Chicken — Anatomi &amp; Fisiologi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Farm Academy — Program Sertifikasi Layer Poultry Farm Management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2026-08-15T07:49:24Z</dcterms:created>
  <dcterms:modified xsi:type="dcterms:W3CDTF">2026-08-15T07:49:24Z</dcterms:modified>
</cp:coreProperties>
</file>